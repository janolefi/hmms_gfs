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8"/>
    <p:restoredTop sz="94700"/>
  </p:normalViewPr>
  <p:slideViewPr>
    <p:cSldViewPr snapToGrid="0">
      <p:cViewPr varScale="1">
        <p:scale>
          <a:sx n="147" d="100"/>
          <a:sy n="147" d="100"/>
        </p:scale>
        <p:origin x="22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AC6F-A301-67DD-6C52-9E8366F16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CB177-695D-7A18-25FE-B87215D2E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A664D-0478-FEC6-F0B8-51855CBCC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FC86-3C98-D0C1-9ECF-BD2CD075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04BDB-A71B-2633-1098-4C12812E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1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9CBE-13C0-1C3D-AA7C-162170DE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C2E4-D75F-745E-75ED-72140861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C884-00AB-DC8F-F0C8-CE167FB9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30A25-7431-7388-D60E-A66568BFA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73B9C-D1B6-2948-455D-2FAAEF90D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0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DDEE-51B0-AFE0-0DBC-EE1A2F47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79A92-5AFE-5B25-DB6B-9E913308A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1C9DF-EF7A-AB15-E050-7438A71F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4A371-F807-C04E-2537-361C5D1B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5B1D5-DC09-CDDD-B1FC-84AF00B7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8CEF-4BBC-2D7D-A683-7E9BD695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7A80-F16A-6355-B10D-57A127668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06562-9C8B-F2CE-B75D-598E740E7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8DD68-B6ED-A0C7-7F1D-D91D2CAA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7319D-0375-956D-611D-59B71D89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402DB-5F8A-B3FA-EF0B-EDAE5BC0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9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AB0F-DB39-ED53-69A9-A53FAD92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E3279-1522-9264-D239-9186C70E8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17694-861B-D6FC-9520-B75D1EFAB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6BE82-32EF-677B-9995-C80FA9137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F8154-AC81-30DA-8E88-E64A98E1E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69210-185E-84E0-22F8-36A40914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8C197-E3EB-1F71-7F1B-2B5207CFC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44153-8FD7-20C9-62D1-121E3E97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55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2B9C-5AF9-10AE-AB17-272EE6B9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9F900-D770-D0BB-ADAF-95015AE9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C1B54-92FC-3616-C5B1-139BE898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36BF2-A29D-998E-2DC5-4AA5CC07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9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F4BAA-FDFE-15BF-5043-90B0CBCC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0282D-5A2D-2FF0-2D73-2C76D60F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49790-7325-18B3-BD2B-667DF096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3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C81D-2605-1F6E-3368-8E70ED1B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2B8A-BCB0-B940-BE50-DEC0122B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B9F91-92BF-D0CE-B44B-8D8830F08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CDED7-B2ED-1DD8-40F6-F28CE97F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903D3-99C9-D607-1039-AE278B9F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DFBC9-BBB7-7067-6E86-A16CFFEB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23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3E0B-4316-A4D5-EA31-7E1C6697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68D32-BE94-1B17-FC8C-F7C7F5E49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95642-30EB-130C-EAF9-19D20CC4C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7887F-0FDF-9686-5F12-C4FF4615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6E2DE-BF76-0049-C2E0-1DB19E37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01A3E-BC9F-6F5E-20BE-75A5DF41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52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1FBA-BC31-25AC-DF8E-08AF0778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A9AE5-CA1A-27EB-02D6-D44317BAA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0D717-BBFF-340D-C12B-EA08DC0F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560E-ECEE-DF38-6AFF-29ACA1B8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63BEA-38E0-FA36-DB71-EB554A71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3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CD53E-E538-F21C-2027-EF5A3545A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340E3-5F5C-53CD-32EF-5CCA568B4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A0721-BFBD-35FD-AFC7-E052990B0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BF75-F301-822B-0FA1-F96E053D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DA516-1D4C-8AB0-EE4E-B5ED127C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F960B-49CF-3215-3F80-D8FA2A9E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D45D1-38F6-F399-AF12-BA2F32566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E79E5-54B2-FC52-4817-958D497CA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A9B33-014D-3040-9C4A-A8AD68617FF9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F08C4-038A-5736-9251-071A633E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51BB1-14F3-26CB-B143-CDE956C4B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6724F-579F-734A-B94D-0C732B942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2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6320A34-0391-052F-4A0F-0B6D16F67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652" y="0"/>
            <a:ext cx="54864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58ABCA-3EC1-DDD3-A849-998F9015A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17" y="0"/>
            <a:ext cx="5505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5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6B577-3D91-E182-D6C3-B79D41FC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765C2-888B-445E-7588-3DAE4D94D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659" y="909000"/>
            <a:ext cx="3962000" cy="50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C1E079-2A81-6857-51C8-643E204D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620" y="909000"/>
            <a:ext cx="3948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8BF2E8-0799-1620-7462-3949B4591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09000"/>
            <a:ext cx="3962000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6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Jan-Ole Koslik</dc:creator>
  <cp:lastModifiedBy>Jan-Ole Koslik</cp:lastModifiedBy>
  <cp:revision>7</cp:revision>
  <cp:lastPrinted>2026-06-18T07:13:28Z</cp:lastPrinted>
  <dcterms:created xsi:type="dcterms:W3CDTF">2026-02-23T08:34:16Z</dcterms:created>
  <dcterms:modified xsi:type="dcterms:W3CDTF">2026-06-18T07:15:34Z</dcterms:modified>
</cp:coreProperties>
</file>