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9"/>
    <p:restoredTop sz="94677"/>
  </p:normalViewPr>
  <p:slideViewPr>
    <p:cSldViewPr snapToGrid="0">
      <p:cViewPr>
        <p:scale>
          <a:sx n="174" d="100"/>
          <a:sy n="174" d="100"/>
        </p:scale>
        <p:origin x="1352" y="9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1AC6F-A301-67DD-6C52-9E8366F16A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BCB177-695D-7A18-25FE-B87215D2EF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8A664D-0478-FEC6-F0B8-51855CBCC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A9B33-014D-3040-9C4A-A8AD68617FF9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FC86-3C98-D0C1-9ECF-BD2CD0753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604BDB-A71B-2633-1098-4C12812E0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6724F-579F-734A-B94D-0C732B942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411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E9CBE-13C0-1C3D-AA7C-162170DE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9C2E4-D75F-745E-75ED-72140861E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9EC884-00AB-DC8F-F0C8-CE167FB98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A9B33-014D-3040-9C4A-A8AD68617FF9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B30A25-7431-7388-D60E-A66568BFA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73B9C-D1B6-2948-455D-2FAAEF90D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6724F-579F-734A-B94D-0C732B942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106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9DDEE-51B0-AFE0-0DBC-EE1A2F477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579A92-5AFE-5B25-DB6B-9E913308A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1C9DF-EF7A-AB15-E050-7438A71FF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A9B33-014D-3040-9C4A-A8AD68617FF9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4A371-F807-C04E-2537-361C5D1B7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25B1D5-DC09-CDDD-B1FC-84AF00B7D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6724F-579F-734A-B94D-0C732B942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921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D8CEF-4BBC-2D7D-A683-7E9BD695E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37A80-F16A-6355-B10D-57A127668C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406562-9C8B-F2CE-B75D-598E740E76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E8DD68-B6ED-A0C7-7F1D-D91D2CAA4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A9B33-014D-3040-9C4A-A8AD68617FF9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67319D-0375-956D-611D-59B71D891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D402DB-5F8A-B3FA-EF0B-EDAE5BC05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6724F-579F-734A-B94D-0C732B942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98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3AB0F-DB39-ED53-69A9-A53FAD921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7E3279-1522-9264-D239-9186C70E87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F17694-861B-D6FC-9520-B75D1EFAB3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E6BE82-32EF-677B-9995-C80FA9137D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3F8154-AC81-30DA-8E88-E64A98E1EB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769210-185E-84E0-22F8-36A40914E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A9B33-014D-3040-9C4A-A8AD68617FF9}" type="datetimeFigureOut">
              <a:rPr lang="en-US" smtClean="0"/>
              <a:t>2/23/26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78C197-E3EB-1F71-7F1B-2B5207CFC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644153-8FD7-20C9-62D1-121E3E973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6724F-579F-734A-B94D-0C732B942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3554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E2B9C-5AF9-10AE-AB17-272EE6B92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E9F900-D770-D0BB-ADAF-95015AE9C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A9B33-014D-3040-9C4A-A8AD68617FF9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6C1B54-92FC-3616-C5B1-139BE8981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336BF2-A29D-998E-2DC5-4AA5CC074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6724F-579F-734A-B94D-0C732B942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199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DF4BAA-FDFE-15BF-5043-90B0CBCC9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A9B33-014D-3040-9C4A-A8AD68617FF9}" type="datetimeFigureOut">
              <a:rPr lang="en-US" smtClean="0"/>
              <a:t>2/23/26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20282D-5A2D-2FF0-2D73-2C76D60F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649790-7325-18B3-BD2B-667DF0968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6724F-579F-734A-B94D-0C732B942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639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3C81D-2605-1F6E-3368-8E70ED1B0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C2B8A-BCB0-B940-BE50-DEC0122B39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2B9F91-92BF-D0CE-B44B-8D8830F082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BCDED7-B2ED-1DD8-40F6-F28CE97F1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A9B33-014D-3040-9C4A-A8AD68617FF9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6903D3-99C9-D607-1039-AE278B9F3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1DFBC9-BBB7-7067-6E86-A16CFFEB6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6724F-579F-734A-B94D-0C732B942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623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A3E0B-4316-A4D5-EA31-7E1C66973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E68D32-BE94-1B17-FC8C-F7C7F5E49E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895642-30EB-130C-EAF9-19D20CC4C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7887F-0FDF-9686-5F12-C4FF4615B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A9B33-014D-3040-9C4A-A8AD68617FF9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16E2DE-BF76-0049-C2E0-1DB19E378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301A3E-BC9F-6F5E-20BE-75A5DF413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6724F-579F-734A-B94D-0C732B942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552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E1FBA-BC31-25AC-DF8E-08AF07786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EA9AE5-CA1A-27EB-02D6-D44317BAA6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F0D717-BBFF-340D-C12B-EA08DC0F4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A9B33-014D-3040-9C4A-A8AD68617FF9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90560E-ECEE-DF38-6AFF-29ACA1B82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663BEA-38E0-FA36-DB71-EB554A713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6724F-579F-734A-B94D-0C732B942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130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9CD53E-E538-F21C-2027-EF5A3545A5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D340E3-5F5C-53CD-32EF-5CCA568B42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A0721-BFBD-35FD-AFC7-E052990B0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A9B33-014D-3040-9C4A-A8AD68617FF9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F1BF75-F301-822B-0FA1-F96E053DC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8DA516-1D4C-8AB0-EE4E-B5ED127CE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6724F-579F-734A-B94D-0C732B942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99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BF960B-49CF-3215-3F80-D8FA2A9E1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D45D1-38F6-F399-AF12-BA2F32566D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E79E5-54B2-FC52-4817-958D497CAF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CA9B33-014D-3040-9C4A-A8AD68617FF9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F08C4-038A-5736-9251-071A633E16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C51BB1-14F3-26CB-B143-CDE956C4B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36724F-579F-734A-B94D-0C732B942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200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6320A34-0391-052F-4A0F-0B6D16F67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652" y="0"/>
            <a:ext cx="54864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58ABCA-3EC1-DDD3-A849-998F9015A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517" y="0"/>
            <a:ext cx="55054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950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Jan-Ole Koslik</dc:creator>
  <cp:lastModifiedBy>Jan-Ole Koslik</cp:lastModifiedBy>
  <cp:revision>4</cp:revision>
  <cp:lastPrinted>2026-02-23T08:39:48Z</cp:lastPrinted>
  <dcterms:created xsi:type="dcterms:W3CDTF">2026-02-23T08:34:16Z</dcterms:created>
  <dcterms:modified xsi:type="dcterms:W3CDTF">2026-02-23T08:46:06Z</dcterms:modified>
</cp:coreProperties>
</file>